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6"/>
  </p:notesMasterIdLst>
  <p:handoutMasterIdLst>
    <p:handoutMasterId r:id="rId7"/>
  </p:handoutMasterIdLst>
  <p:sldIdLst>
    <p:sldId id="258" r:id="rId4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tags" Target="../tags/tag30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4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矢量智能对象5-0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6578"/>
          <a:stretch>
            <a:fillRect/>
          </a:stretch>
        </p:blipFill>
        <p:spPr>
          <a:xfrm flipH="1">
            <a:off x="6149340" y="1361440"/>
            <a:ext cx="5763895" cy="502793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1006475" y="358764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9"/>
            <a:ext cx="6184265" cy="17200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3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8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4800" y="1225550"/>
            <a:ext cx="10796050" cy="502412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96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325" y="361950"/>
            <a:ext cx="10801350" cy="727075"/>
          </a:xfrm>
          <a:prstGeom prst="rect">
            <a:avLst/>
          </a:prstGeom>
          <a:noFill/>
        </p:spPr>
        <p:txBody>
          <a:bodyPr wrap="square" lIns="91440" tIns="0" rIns="9144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1638300"/>
            <a:ext cx="4029075" cy="4038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 rot="10800000"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14400" y="1677670"/>
            <a:ext cx="6045200" cy="185547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9600" b="0" i="0" u="none" strike="noStrike" kern="1200" cap="none" spc="0" normalizeH="0" baseline="0" noProof="1">
                <a:gradFill>
                  <a:gsLst>
                    <a:gs pos="79000">
                      <a:schemeClr val="accent1"/>
                    </a:gs>
                    <a:gs pos="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+mn-lt"/>
                <a:sym typeface="+mn-ea"/>
              </a:defRPr>
            </a:lvl1pPr>
          </a:lstStyle>
          <a:p>
            <a:pPr lvl="0" algn="l" fontAlgn="ct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95350" y="3533140"/>
            <a:ext cx="6045200" cy="154114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12" y="1820862"/>
            <a:ext cx="4676775" cy="4333875"/>
          </a:xfrm>
          <a:prstGeom prst="rect">
            <a:avLst/>
          </a:prstGeom>
        </p:spPr>
      </p:pic>
      <p:sp>
        <p:nvSpPr>
          <p:cNvPr id="2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400805" y="1250066"/>
            <a:ext cx="5093995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1206" y="1250066"/>
            <a:ext cx="5093994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235200" y="1854000"/>
            <a:ext cx="5261475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235200" y="1226215"/>
            <a:ext cx="5261475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4800" y="1854000"/>
            <a:ext cx="52560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4800" y="1225550"/>
            <a:ext cx="5256000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718184" y="6314400"/>
            <a:ext cx="259381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324" y="366395"/>
            <a:ext cx="10801351" cy="589026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718185" y="959485"/>
            <a:ext cx="694055" cy="0"/>
          </a:xfrm>
          <a:prstGeom prst="line">
            <a:avLst/>
          </a:prstGeom>
          <a:ln w="254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325" y="1225550"/>
            <a:ext cx="10799476" cy="45974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107950" rtlCol="0" anchor="b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30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996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5743575" y="925195"/>
            <a:ext cx="6927215" cy="5567680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006475" y="361759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8"/>
            <a:ext cx="6184265" cy="172809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1" Type="http://schemas.openxmlformats.org/officeDocument/2006/relationships/theme" Target="../theme/theme2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1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692785" y="3429000"/>
            <a:ext cx="4117340" cy="1351280"/>
          </a:xfrm>
        </p:spPr>
        <p:txBody>
          <a:bodyPr>
            <a:normAutofit fontScale="25000"/>
          </a:bodyPr>
          <a:lstStyle/>
          <a:p>
            <a:pPr algn="ctr"/>
            <a:r>
              <a:rPr lang="ru-RU" altLang="en-US" sz="6400">
                <a:latin typeface="Arial Black" panose="020B0A04020102020204" charset="0"/>
                <a:cs typeface="Arial Black" panose="020B0A04020102020204" charset="0"/>
              </a:rPr>
              <a:t>Авторы</a:t>
            </a:r>
            <a:r>
              <a:rPr altLang="en-US" sz="6400">
                <a:latin typeface="Arial Black" panose="020B0A04020102020204" charset="0"/>
                <a:cs typeface="Arial Black" panose="020B0A04020102020204" charset="0"/>
              </a:rPr>
              <a:t>:</a:t>
            </a:r>
            <a:endParaRPr altLang="en-US" sz="6400">
              <a:latin typeface="Arial Black" panose="020B0A04020102020204" charset="0"/>
              <a:cs typeface="Arial Black" panose="020B0A04020102020204" charset="0"/>
            </a:endParaRPr>
          </a:p>
          <a:p>
            <a:pPr algn="l"/>
            <a:r>
              <a:rPr lang="ru-RU" altLang="en-US" sz="6400">
                <a:latin typeface="Arial Black" panose="020B0A04020102020204" charset="0"/>
                <a:cs typeface="Arial Black" panose="020B0A04020102020204" charset="0"/>
              </a:rPr>
              <a:t>  Солодков Лев Ильич</a:t>
            </a:r>
            <a:endParaRPr lang="ru-RU" altLang="en-US" sz="6400">
              <a:latin typeface="Arial Black" panose="020B0A04020102020204" charset="0"/>
              <a:cs typeface="Arial Black" panose="020B0A04020102020204" charset="0"/>
            </a:endParaRPr>
          </a:p>
          <a:p>
            <a:pPr algn="l"/>
            <a:r>
              <a:rPr lang="ru-RU" altLang="en-US" sz="6400">
                <a:latin typeface="Arial Black" panose="020B0A04020102020204" charset="0"/>
                <a:cs typeface="Arial Black" panose="020B0A04020102020204" charset="0"/>
              </a:rPr>
              <a:t>  Мельник Павел Алексеевич</a:t>
            </a:r>
            <a:endParaRPr lang="ru-RU" altLang="en-US" sz="64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184275" y="1586609"/>
            <a:ext cx="6184265" cy="1720060"/>
          </a:xfrm>
        </p:spPr>
        <p:txBody>
          <a:bodyPr/>
          <a:lstStyle/>
          <a:p>
            <a:r>
              <a:rPr lang="en-US" dirty="0">
                <a:latin typeface="Arial Black" panose="020B0A04020102020204" charset="0"/>
                <a:cs typeface="Arial Black" panose="020B0A04020102020204" charset="0"/>
              </a:rPr>
              <a:t>TickTask</a:t>
            </a:r>
            <a:endParaRPr lang="en-US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Введение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7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67_1*f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Name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1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Your title here"/>
</p:tagLst>
</file>

<file path=ppt/tags/tag82.xml><?xml version="1.0" encoding="utf-8"?>
<p:tagLst xmlns:p="http://schemas.openxmlformats.org/presentationml/2006/main">
  <p:tag name="KSO_WM_SLIDE_CONTENT_AREA" val="{&quot;left&quot;:&quot;45.5&quot;,&quot;top&quot;:&quot;113.15&quot;,&quot;width&quot;:&quot;527.9&quot;,&quot;height&quot;:&quot;299.25&quot;}"/>
  <p:tag name="KSO_WM_SPECIAL_SOURCE" val="bdnull"/>
  <p:tag name="KSO_WM_TEMPLATE_THUMBS_INDEX" val="1、9"/>
  <p:tag name="KSO_WM_SLIDE_ID" val="custom2023346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WPS Presentation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Arial Black</vt:lpstr>
      <vt:lpstr>Microsoft YaHei</vt:lpstr>
      <vt:lpstr>Arial Unicode MS</vt:lpstr>
      <vt:lpstr>Calibri</vt:lpstr>
      <vt:lpstr>MiSans Normal</vt:lpstr>
      <vt:lpstr>Wingdings</vt:lpstr>
      <vt:lpstr>Nunito Sans</vt:lpstr>
      <vt:lpstr>Liberation Mono</vt:lpstr>
      <vt:lpstr>Nunito Sans ExtraBold</vt:lpstr>
      <vt:lpstr>Amiri</vt:lpstr>
      <vt:lpstr>Office Theme</vt:lpstr>
      <vt:lpstr>1_Office Theme</vt:lpstr>
      <vt:lpstr>TickTask</vt:lpstr>
      <vt:lpstr>Введение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The Levtoon</cp:lastModifiedBy>
  <cp:revision>5</cp:revision>
  <dcterms:created xsi:type="dcterms:W3CDTF">2025-07-23T00:59:00Z</dcterms:created>
  <dcterms:modified xsi:type="dcterms:W3CDTF">2026-04-24T17:35:22Z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EA59CAECAF264B9CA47A7B5D7DE490C7_11</vt:lpwstr>
  </property>
</Properties>
</file>